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69" d="100"/>
          <a:sy n="69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TableauProjectSattikSimplilearn/TableauProjectSattikSimplilear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47DA6E06-81D6-41BF-B32C-4CC6FFA2D8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379527" cy="4336328"/>
          </a:xfrm>
        </p:spPr>
        <p:txBody>
          <a:bodyPr>
            <a:norm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Tableau Project </a:t>
            </a:r>
            <a:b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 </a:t>
            </a:r>
            <a: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Sattik Mohanta </a:t>
            </a:r>
            <a:b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b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Simplilearn</a:t>
            </a:r>
            <a:br>
              <a:rPr lang="en-us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2000" b="1" dirty="0">
                <a:solidFill>
                  <a:srgbClr val="0563C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Date -17/01/2024</a:t>
            </a:r>
            <a:endParaRPr lang="en-us" b="1" dirty="0">
              <a:solidFill>
                <a:srgbClr val="0563C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entral Cat wise monthly sales">
            <a:extLst>
              <a:ext uri="{FF2B5EF4-FFF2-40B4-BE49-F238E27FC236}">
                <a16:creationId xmlns:a16="http://schemas.microsoft.com/office/drawing/2014/main" id="{182AE215-41EE-40B7-833A-BD021456C2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923925"/>
            <a:ext cx="78105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Cat wise monthly sales Eastern">
            <a:extLst>
              <a:ext uri="{FF2B5EF4-FFF2-40B4-BE49-F238E27FC236}">
                <a16:creationId xmlns:a16="http://schemas.microsoft.com/office/drawing/2014/main" id="{A8DED851-669B-487D-8686-D38AC75B1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923925"/>
            <a:ext cx="781050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Region wise sales summary">
            <a:extLst>
              <a:ext uri="{FF2B5EF4-FFF2-40B4-BE49-F238E27FC236}">
                <a16:creationId xmlns:a16="http://schemas.microsoft.com/office/drawing/2014/main" id="{4A372F4C-C8BB-480B-96E3-FC2CCED24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1407" y="330979"/>
            <a:ext cx="6076336" cy="637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Region wise sales summary (2)">
            <a:extLst>
              <a:ext uri="{FF2B5EF4-FFF2-40B4-BE49-F238E27FC236}">
                <a16:creationId xmlns:a16="http://schemas.microsoft.com/office/drawing/2014/main" id="{BF4D2DEF-83A1-443C-A559-56427FE91F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143" y="470159"/>
            <a:ext cx="7787148" cy="816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Eastern  states">
            <a:extLst>
              <a:ext uri="{FF2B5EF4-FFF2-40B4-BE49-F238E27FC236}">
                <a16:creationId xmlns:a16="http://schemas.microsoft.com/office/drawing/2014/main" id="{DDC0F164-8321-4448-B4B4-7396E93E0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359"/>
            <a:ext cx="12192000" cy="69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Central states">
            <a:extLst>
              <a:ext uri="{FF2B5EF4-FFF2-40B4-BE49-F238E27FC236}">
                <a16:creationId xmlns:a16="http://schemas.microsoft.com/office/drawing/2014/main" id="{2EF831C3-B290-4E49-9B27-6971B14B97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3239"/>
            <a:ext cx="11627782" cy="663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Sales Cat wise -Eastern">
            <a:extLst>
              <a:ext uri="{FF2B5EF4-FFF2-40B4-BE49-F238E27FC236}">
                <a16:creationId xmlns:a16="http://schemas.microsoft.com/office/drawing/2014/main" id="{A47B8BC0-5CCD-4C83-8642-D72DA6D27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35" y="192722"/>
            <a:ext cx="7167717" cy="630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Sales Cat wise -Central">
            <a:extLst>
              <a:ext uri="{FF2B5EF4-FFF2-40B4-BE49-F238E27FC236}">
                <a16:creationId xmlns:a16="http://schemas.microsoft.com/office/drawing/2014/main" id="{022BEB5C-3875-47D8-8E1E-E2081CD47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0684" y="344491"/>
            <a:ext cx="7009631" cy="61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Eastern %sales">
            <a:extLst>
              <a:ext uri="{FF2B5EF4-FFF2-40B4-BE49-F238E27FC236}">
                <a16:creationId xmlns:a16="http://schemas.microsoft.com/office/drawing/2014/main" id="{32A7ABE3-B8BC-4449-A0B9-89EC810B8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74" y="551077"/>
            <a:ext cx="11046541" cy="6129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Central %sales">
            <a:extLst>
              <a:ext uri="{FF2B5EF4-FFF2-40B4-BE49-F238E27FC236}">
                <a16:creationId xmlns:a16="http://schemas.microsoft.com/office/drawing/2014/main" id="{C8A184EA-46E5-4B1E-9478-60190D4D6F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94" y="530942"/>
            <a:ext cx="10664007" cy="607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Order dates">
            <a:extLst>
              <a:ext uri="{FF2B5EF4-FFF2-40B4-BE49-F238E27FC236}">
                <a16:creationId xmlns:a16="http://schemas.microsoft.com/office/drawing/2014/main" id="{009957A1-4DE4-4061-913C-688CA3450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8516" y="744019"/>
            <a:ext cx="7197213" cy="59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Tableau Project Sattik Simplilearn">
            <a:extLst>
              <a:ext uri="{FF2B5EF4-FFF2-40B4-BE49-F238E27FC236}">
                <a16:creationId xmlns:a16="http://schemas.microsoft.com/office/drawing/2014/main" id="{DACB963B-3F22-4B75-8BE5-45AC1C124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</Words>
  <Application>Microsoft Office PowerPoint</Application>
  <PresentationFormat>Widescreen</PresentationFormat>
  <Paragraphs>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Tableau Project  by Sattik Mohanta   Simplilearn Date -17/01/2024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Tableau Project Sattik Simplilearn</dc:title>
  <dc:creator/>
  <cp:lastModifiedBy>Sattik Mohanta</cp:lastModifiedBy>
  <cp:revision>4</cp:revision>
  <dcterms:created xsi:type="dcterms:W3CDTF">2024-01-17T20:01:59Z</dcterms:created>
  <dcterms:modified xsi:type="dcterms:W3CDTF">2024-01-17T20:06:12Z</dcterms:modified>
</cp:coreProperties>
</file>